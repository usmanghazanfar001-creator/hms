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9" r:id="rId2"/>
    <p:sldId id="258" r:id="rId3"/>
    <p:sldId id="259" r:id="rId4"/>
    <p:sldId id="260" r:id="rId5"/>
    <p:sldId id="262" r:id="rId6"/>
    <p:sldId id="263" r:id="rId7"/>
    <p:sldId id="264" r:id="rId8"/>
    <p:sldId id="266" r:id="rId9"/>
    <p:sldId id="268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man ghazanfar" userId="83c381c78a0f3412" providerId="LiveId" clId="{4494041A-DB37-4953-B1C8-84497990C6EF}"/>
    <pc:docChg chg="undo custSel addSld delSld modSld">
      <pc:chgData name="usman ghazanfar" userId="83c381c78a0f3412" providerId="LiveId" clId="{4494041A-DB37-4953-B1C8-84497990C6EF}" dt="2026-07-30T04:17:45.074" v="294" actId="2696"/>
      <pc:docMkLst>
        <pc:docMk/>
      </pc:docMkLst>
      <pc:sldChg chg="addSp modSp del mod setBg">
        <pc:chgData name="usman ghazanfar" userId="83c381c78a0f3412" providerId="LiveId" clId="{4494041A-DB37-4953-B1C8-84497990C6EF}" dt="2026-07-26T15:30:28.319" v="290" actId="2696"/>
        <pc:sldMkLst>
          <pc:docMk/>
          <pc:sldMk cId="0" sldId="256"/>
        </pc:sldMkLst>
        <pc:spChg chg="mod">
          <ac:chgData name="usman ghazanfar" userId="83c381c78a0f3412" providerId="LiveId" clId="{4494041A-DB37-4953-B1C8-84497990C6EF}" dt="2026-07-19T10:01:04.927" v="9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09:59:41.738" v="1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09:59:45.187" v="2" actId="20577"/>
          <ac:spMkLst>
            <pc:docMk/>
            <pc:sldMk cId="0" sldId="256"/>
            <ac:spMk id="15" creationId="{00000000-0000-0000-0000-000000000000}"/>
          </ac:spMkLst>
        </pc:spChg>
        <pc:spChg chg="add mod">
          <ac:chgData name="usman ghazanfar" userId="83c381c78a0f3412" providerId="LiveId" clId="{4494041A-DB37-4953-B1C8-84497990C6EF}" dt="2026-07-19T10:00:55.296" v="8"/>
          <ac:spMkLst>
            <pc:docMk/>
            <pc:sldMk cId="0" sldId="256"/>
            <ac:spMk id="17" creationId="{582DF779-83CC-415D-0EEB-06523DA91C84}"/>
          </ac:spMkLst>
        </pc:spChg>
      </pc:sldChg>
      <pc:sldChg chg="modSp del mod setBg">
        <pc:chgData name="usman ghazanfar" userId="83c381c78a0f3412" providerId="LiveId" clId="{4494041A-DB37-4953-B1C8-84497990C6EF}" dt="2026-07-22T06:19:52.750" v="281" actId="2696"/>
        <pc:sldMkLst>
          <pc:docMk/>
          <pc:sldMk cId="0" sldId="257"/>
        </pc:sldMkLst>
        <pc:spChg chg="mod">
          <ac:chgData name="usman ghazanfar" userId="83c381c78a0f3412" providerId="LiveId" clId="{4494041A-DB37-4953-B1C8-84497990C6EF}" dt="2026-07-19T10:15:14.905" v="100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5:14.905" v="100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5:14.905" v="100" actId="2711"/>
          <ac:spMkLst>
            <pc:docMk/>
            <pc:sldMk cId="0" sldId="257"/>
            <ac:spMk id="5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5:41.818" v="104" actId="403"/>
          <ac:spMkLst>
            <pc:docMk/>
            <pc:sldMk cId="0" sldId="257"/>
            <ac:spMk id="6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5:50.145" v="106" actId="403"/>
          <ac:spMkLst>
            <pc:docMk/>
            <pc:sldMk cId="0" sldId="257"/>
            <ac:spMk id="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5:14.905" v="100" actId="2711"/>
          <ac:spMkLst>
            <pc:docMk/>
            <pc:sldMk cId="0" sldId="257"/>
            <ac:spMk id="9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5:46.097" v="105" actId="40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5:53.724" v="107" actId="403"/>
          <ac:spMkLst>
            <pc:docMk/>
            <pc:sldMk cId="0" sldId="257"/>
            <ac:spMk id="11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5:14.905" v="100" actId="2711"/>
          <ac:spMkLst>
            <pc:docMk/>
            <pc:sldMk cId="0" sldId="257"/>
            <ac:spMk id="1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5:35.973" v="103" actId="403"/>
          <ac:spMkLst>
            <pc:docMk/>
            <pc:sldMk cId="0" sldId="257"/>
            <ac:spMk id="14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5:57.490" v="108" actId="403"/>
          <ac:spMkLst>
            <pc:docMk/>
            <pc:sldMk cId="0" sldId="257"/>
            <ac:spMk id="15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5:14.905" v="100" actId="2711"/>
          <ac:spMkLst>
            <pc:docMk/>
            <pc:sldMk cId="0" sldId="257"/>
            <ac:spMk id="1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6:03.029" v="109" actId="403"/>
          <ac:spMkLst>
            <pc:docMk/>
            <pc:sldMk cId="0" sldId="257"/>
            <ac:spMk id="1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6:06.778" v="110" actId="403"/>
          <ac:spMkLst>
            <pc:docMk/>
            <pc:sldMk cId="0" sldId="257"/>
            <ac:spMk id="19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5:14.905" v="100" actId="2711"/>
          <ac:spMkLst>
            <pc:docMk/>
            <pc:sldMk cId="0" sldId="257"/>
            <ac:spMk id="21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6:10.960" v="111" actId="403"/>
          <ac:spMkLst>
            <pc:docMk/>
            <pc:sldMk cId="0" sldId="257"/>
            <ac:spMk id="2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6:16.069" v="112" actId="403"/>
          <ac:spMkLst>
            <pc:docMk/>
            <pc:sldMk cId="0" sldId="257"/>
            <ac:spMk id="2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5:14.905" v="100" actId="2711"/>
          <ac:spMkLst>
            <pc:docMk/>
            <pc:sldMk cId="0" sldId="257"/>
            <ac:spMk id="25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6:25.772" v="114" actId="403"/>
          <ac:spMkLst>
            <pc:docMk/>
            <pc:sldMk cId="0" sldId="257"/>
            <ac:spMk id="26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6:19.810" v="113" actId="403"/>
          <ac:spMkLst>
            <pc:docMk/>
            <pc:sldMk cId="0" sldId="257"/>
            <ac:spMk id="2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5:14.905" v="100" actId="2711"/>
          <ac:spMkLst>
            <pc:docMk/>
            <pc:sldMk cId="0" sldId="257"/>
            <ac:spMk id="2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5:14.905" v="100" actId="2711"/>
          <ac:spMkLst>
            <pc:docMk/>
            <pc:sldMk cId="0" sldId="257"/>
            <ac:spMk id="29" creationId="{00000000-0000-0000-0000-000000000000}"/>
          </ac:spMkLst>
        </pc:spChg>
      </pc:sldChg>
      <pc:sldChg chg="modSp mod setBg">
        <pc:chgData name="usman ghazanfar" userId="83c381c78a0f3412" providerId="LiveId" clId="{4494041A-DB37-4953-B1C8-84497990C6EF}" dt="2026-07-19T10:17:26.422" v="127" actId="403"/>
        <pc:sldMkLst>
          <pc:docMk/>
          <pc:sldMk cId="0" sldId="258"/>
        </pc:sldMkLst>
        <pc:spChg chg="mod">
          <ac:chgData name="usman ghazanfar" userId="83c381c78a0f3412" providerId="LiveId" clId="{4494041A-DB37-4953-B1C8-84497990C6EF}" dt="2026-07-19T10:16:37.433" v="115" actId="2711"/>
          <ac:spMkLst>
            <pc:docMk/>
            <pc:sldMk cId="0" sldId="258"/>
            <ac:spMk id="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6:37.433" v="115" actId="2711"/>
          <ac:spMkLst>
            <pc:docMk/>
            <pc:sldMk cId="0" sldId="258"/>
            <ac:spMk id="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6:47.539" v="120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6:58.229" v="121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7:06.081" v="123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7:17.961" v="125" actId="403"/>
          <ac:spMkLst>
            <pc:docMk/>
            <pc:sldMk cId="0" sldId="258"/>
            <ac:spMk id="1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7:12.330" v="124" actId="403"/>
          <ac:spMkLst>
            <pc:docMk/>
            <pc:sldMk cId="0" sldId="258"/>
            <ac:spMk id="14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7:22.438" v="126" actId="403"/>
          <ac:spMkLst>
            <pc:docMk/>
            <pc:sldMk cId="0" sldId="258"/>
            <ac:spMk id="1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7:26.422" v="127" actId="403"/>
          <ac:spMkLst>
            <pc:docMk/>
            <pc:sldMk cId="0" sldId="258"/>
            <ac:spMk id="19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6:37.433" v="115" actId="2711"/>
          <ac:spMkLst>
            <pc:docMk/>
            <pc:sldMk cId="0" sldId="258"/>
            <ac:spMk id="20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6:37.433" v="115" actId="2711"/>
          <ac:spMkLst>
            <pc:docMk/>
            <pc:sldMk cId="0" sldId="258"/>
            <ac:spMk id="21" creationId="{00000000-0000-0000-0000-000000000000}"/>
          </ac:spMkLst>
        </pc:spChg>
      </pc:sldChg>
      <pc:sldChg chg="modSp mod setBg">
        <pc:chgData name="usman ghazanfar" userId="83c381c78a0f3412" providerId="LiveId" clId="{4494041A-DB37-4953-B1C8-84497990C6EF}" dt="2026-07-19T10:19:10.922" v="144" actId="403"/>
        <pc:sldMkLst>
          <pc:docMk/>
          <pc:sldMk cId="0" sldId="259"/>
        </pc:sldMkLst>
        <pc:spChg chg="mod">
          <ac:chgData name="usman ghazanfar" userId="83c381c78a0f3412" providerId="LiveId" clId="{4494041A-DB37-4953-B1C8-84497990C6EF}" dt="2026-07-19T10:17:51.710" v="128" actId="2711"/>
          <ac:spMkLst>
            <pc:docMk/>
            <pc:sldMk cId="0" sldId="259"/>
            <ac:spMk id="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7:51.710" v="128" actId="2711"/>
          <ac:spMkLst>
            <pc:docMk/>
            <pc:sldMk cId="0" sldId="259"/>
            <ac:spMk id="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7:58.624" v="130" actId="403"/>
          <ac:spMkLst>
            <pc:docMk/>
            <pc:sldMk cId="0" sldId="259"/>
            <ac:spMk id="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8:54.200" v="140" actId="403"/>
          <ac:spMkLst>
            <pc:docMk/>
            <pc:sldMk cId="0" sldId="259"/>
            <ac:spMk id="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8:03.738" v="132" actId="403"/>
          <ac:spMkLst>
            <pc:docMk/>
            <pc:sldMk cId="0" sldId="259"/>
            <ac:spMk id="1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8:50.777" v="139" actId="40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8:08.486" v="134" actId="403"/>
          <ac:spMkLst>
            <pc:docMk/>
            <pc:sldMk cId="0" sldId="259"/>
            <ac:spMk id="1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9:04.269" v="142" actId="403"/>
          <ac:spMkLst>
            <pc:docMk/>
            <pc:sldMk cId="0" sldId="259"/>
            <ac:spMk id="1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8:14.058" v="136" actId="403"/>
          <ac:spMkLst>
            <pc:docMk/>
            <pc:sldMk cId="0" sldId="259"/>
            <ac:spMk id="2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9:10.922" v="144" actId="403"/>
          <ac:spMkLst>
            <pc:docMk/>
            <pc:sldMk cId="0" sldId="259"/>
            <ac:spMk id="2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7:51.710" v="128" actId="2711"/>
          <ac:spMkLst>
            <pc:docMk/>
            <pc:sldMk cId="0" sldId="259"/>
            <ac:spMk id="24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7:51.710" v="128" actId="2711"/>
          <ac:spMkLst>
            <pc:docMk/>
            <pc:sldMk cId="0" sldId="259"/>
            <ac:spMk id="25" creationId="{00000000-0000-0000-0000-000000000000}"/>
          </ac:spMkLst>
        </pc:spChg>
      </pc:sldChg>
      <pc:sldChg chg="modSp mod setBg">
        <pc:chgData name="usman ghazanfar" userId="83c381c78a0f3412" providerId="LiveId" clId="{4494041A-DB37-4953-B1C8-84497990C6EF}" dt="2026-07-19T11:21:20.530" v="158" actId="20577"/>
        <pc:sldMkLst>
          <pc:docMk/>
          <pc:sldMk cId="0" sldId="260"/>
        </pc:sldMkLst>
        <pc:spChg chg="mod">
          <ac:chgData name="usman ghazanfar" userId="83c381c78a0f3412" providerId="LiveId" clId="{4494041A-DB37-4953-B1C8-84497990C6EF}" dt="2026-07-19T11:20:28.568" v="145" actId="2711"/>
          <ac:spMkLst>
            <pc:docMk/>
            <pc:sldMk cId="0" sldId="260"/>
            <ac:spMk id="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20:28.568" v="145" actId="2711"/>
          <ac:spMkLst>
            <pc:docMk/>
            <pc:sldMk cId="0" sldId="260"/>
            <ac:spMk id="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20:28.568" v="145" actId="2711"/>
          <ac:spMkLst>
            <pc:docMk/>
            <pc:sldMk cId="0" sldId="260"/>
            <ac:spMk id="5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20:34.919" v="147" actId="403"/>
          <ac:spMkLst>
            <pc:docMk/>
            <pc:sldMk cId="0" sldId="260"/>
            <ac:spMk id="10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20:39.815" v="149" actId="403"/>
          <ac:spMkLst>
            <pc:docMk/>
            <pc:sldMk cId="0" sldId="260"/>
            <ac:spMk id="15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20:45.612" v="151" actId="403"/>
          <ac:spMkLst>
            <pc:docMk/>
            <pc:sldMk cId="0" sldId="260"/>
            <ac:spMk id="20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20:50.093" v="153" actId="403"/>
          <ac:spMkLst>
            <pc:docMk/>
            <pc:sldMk cId="0" sldId="260"/>
            <ac:spMk id="25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20:56.003" v="155" actId="403"/>
          <ac:spMkLst>
            <pc:docMk/>
            <pc:sldMk cId="0" sldId="260"/>
            <ac:spMk id="30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21:20.530" v="158" actId="20577"/>
          <ac:spMkLst>
            <pc:docMk/>
            <pc:sldMk cId="0" sldId="260"/>
            <ac:spMk id="31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20:28.568" v="145" actId="2711"/>
          <ac:spMkLst>
            <pc:docMk/>
            <pc:sldMk cId="0" sldId="260"/>
            <ac:spMk id="3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20:28.568" v="145" actId="2711"/>
          <ac:spMkLst>
            <pc:docMk/>
            <pc:sldMk cId="0" sldId="260"/>
            <ac:spMk id="33" creationId="{00000000-0000-0000-0000-000000000000}"/>
          </ac:spMkLst>
        </pc:spChg>
      </pc:sldChg>
      <pc:sldChg chg="modSp del mod setBg">
        <pc:chgData name="usman ghazanfar" userId="83c381c78a0f3412" providerId="LiveId" clId="{4494041A-DB37-4953-B1C8-84497990C6EF}" dt="2026-07-30T04:13:36.777" v="291" actId="2696"/>
        <pc:sldMkLst>
          <pc:docMk/>
          <pc:sldMk cId="0" sldId="261"/>
        </pc:sldMkLst>
        <pc:spChg chg="mod">
          <ac:chgData name="usman ghazanfar" userId="83c381c78a0f3412" providerId="LiveId" clId="{4494041A-DB37-4953-B1C8-84497990C6EF}" dt="2026-07-19T11:43:47.447" v="159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3:47.447" v="159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3:47.447" v="159" actId="2711"/>
          <ac:spMkLst>
            <pc:docMk/>
            <pc:sldMk cId="0" sldId="261"/>
            <ac:spMk id="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3:53.557" v="160" actId="403"/>
          <ac:spMkLst>
            <pc:docMk/>
            <pc:sldMk cId="0" sldId="261"/>
            <ac:spMk id="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3:47.447" v="159" actId="2711"/>
          <ac:spMkLst>
            <pc:docMk/>
            <pc:sldMk cId="0" sldId="261"/>
            <ac:spMk id="1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08.782" v="161" actId="403"/>
          <ac:spMkLst>
            <pc:docMk/>
            <pc:sldMk cId="0" sldId="261"/>
            <ac:spMk id="1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3:47.447" v="159" actId="2711"/>
          <ac:spMkLst>
            <pc:docMk/>
            <pc:sldMk cId="0" sldId="261"/>
            <ac:spMk id="1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12.282" v="162" actId="403"/>
          <ac:spMkLst>
            <pc:docMk/>
            <pc:sldMk cId="0" sldId="261"/>
            <ac:spMk id="1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3:47.447" v="159" actId="2711"/>
          <ac:spMkLst>
            <pc:docMk/>
            <pc:sldMk cId="0" sldId="261"/>
            <ac:spMk id="2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21.339" v="164" actId="20577"/>
          <ac:spMkLst>
            <pc:docMk/>
            <pc:sldMk cId="0" sldId="261"/>
            <ac:spMk id="2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3:47.447" v="159" actId="2711"/>
          <ac:spMkLst>
            <pc:docMk/>
            <pc:sldMk cId="0" sldId="261"/>
            <ac:spMk id="24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3:47.447" v="159" actId="2711"/>
          <ac:spMkLst>
            <pc:docMk/>
            <pc:sldMk cId="0" sldId="261"/>
            <ac:spMk id="25" creationId="{00000000-0000-0000-0000-000000000000}"/>
          </ac:spMkLst>
        </pc:spChg>
      </pc:sldChg>
      <pc:sldChg chg="addSp delSp modSp mod setBg">
        <pc:chgData name="usman ghazanfar" userId="83c381c78a0f3412" providerId="LiveId" clId="{4494041A-DB37-4953-B1C8-84497990C6EF}" dt="2026-07-30T04:13:50.281" v="293" actId="27309"/>
        <pc:sldMkLst>
          <pc:docMk/>
          <pc:sldMk cId="0" sldId="262"/>
        </pc:sldMkLst>
        <pc:spChg chg="mod">
          <ac:chgData name="usman ghazanfar" userId="83c381c78a0f3412" providerId="LiveId" clId="{4494041A-DB37-4953-B1C8-84497990C6EF}" dt="2026-07-19T11:44:35.188" v="165" actId="2711"/>
          <ac:spMkLst>
            <pc:docMk/>
            <pc:sldMk cId="0" sldId="262"/>
            <ac:spMk id="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35.188" v="165" actId="2711"/>
          <ac:spMkLst>
            <pc:docMk/>
            <pc:sldMk cId="0" sldId="262"/>
            <ac:spMk id="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35.188" v="165" actId="2711"/>
          <ac:spMkLst>
            <pc:docMk/>
            <pc:sldMk cId="0" sldId="262"/>
            <ac:spMk id="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35.188" v="165" actId="2711"/>
          <ac:spMkLst>
            <pc:docMk/>
            <pc:sldMk cId="0" sldId="262"/>
            <ac:spMk id="11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35.188" v="165" actId="2711"/>
          <ac:spMkLst>
            <pc:docMk/>
            <pc:sldMk cId="0" sldId="262"/>
            <ac:spMk id="15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35.188" v="165" actId="2711"/>
          <ac:spMkLst>
            <pc:docMk/>
            <pc:sldMk cId="0" sldId="262"/>
            <ac:spMk id="19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35.188" v="165" actId="2711"/>
          <ac:spMkLst>
            <pc:docMk/>
            <pc:sldMk cId="0" sldId="262"/>
            <ac:spMk id="2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35.188" v="165" actId="2711"/>
          <ac:spMkLst>
            <pc:docMk/>
            <pc:sldMk cId="0" sldId="262"/>
            <ac:spMk id="2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35.188" v="165" actId="2711"/>
          <ac:spMkLst>
            <pc:docMk/>
            <pc:sldMk cId="0" sldId="262"/>
            <ac:spMk id="31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35.188" v="165" actId="2711"/>
          <ac:spMkLst>
            <pc:docMk/>
            <pc:sldMk cId="0" sldId="262"/>
            <ac:spMk id="35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35.188" v="165" actId="2711"/>
          <ac:spMkLst>
            <pc:docMk/>
            <pc:sldMk cId="0" sldId="262"/>
            <ac:spMk id="39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35.188" v="165" actId="2711"/>
          <ac:spMkLst>
            <pc:docMk/>
            <pc:sldMk cId="0" sldId="262"/>
            <ac:spMk id="4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35.188" v="165" actId="2711"/>
          <ac:spMkLst>
            <pc:docMk/>
            <pc:sldMk cId="0" sldId="262"/>
            <ac:spMk id="4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35.188" v="165" actId="2711"/>
          <ac:spMkLst>
            <pc:docMk/>
            <pc:sldMk cId="0" sldId="262"/>
            <ac:spMk id="4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35.188" v="165" actId="2711"/>
          <ac:spMkLst>
            <pc:docMk/>
            <pc:sldMk cId="0" sldId="262"/>
            <ac:spMk id="49" creationId="{00000000-0000-0000-0000-000000000000}"/>
          </ac:spMkLst>
        </pc:spChg>
        <pc:graphicFrameChg chg="add del modGraphic">
          <ac:chgData name="usman ghazanfar" userId="83c381c78a0f3412" providerId="LiveId" clId="{4494041A-DB37-4953-B1C8-84497990C6EF}" dt="2026-07-30T04:13:50.281" v="293" actId="27309"/>
          <ac:graphicFrameMkLst>
            <pc:docMk/>
            <pc:sldMk cId="0" sldId="262"/>
            <ac:graphicFrameMk id="51" creationId="{7D44CC60-2808-3252-9F36-506CE43BDFB8}"/>
          </ac:graphicFrameMkLst>
        </pc:graphicFrameChg>
      </pc:sldChg>
      <pc:sldChg chg="modSp mod">
        <pc:chgData name="usman ghazanfar" userId="83c381c78a0f3412" providerId="LiveId" clId="{4494041A-DB37-4953-B1C8-84497990C6EF}" dt="2026-07-19T11:45:54.038" v="190" actId="403"/>
        <pc:sldMkLst>
          <pc:docMk/>
          <pc:sldMk cId="0" sldId="263"/>
        </pc:sldMkLst>
        <pc:spChg chg="mod">
          <ac:chgData name="usman ghazanfar" userId="83c381c78a0f3412" providerId="LiveId" clId="{4494041A-DB37-4953-B1C8-84497990C6EF}" dt="2026-07-19T11:44:53.109" v="166" actId="2711"/>
          <ac:spMkLst>
            <pc:docMk/>
            <pc:sldMk cId="0" sldId="263"/>
            <ac:spMk id="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53.109" v="166" actId="2711"/>
          <ac:spMkLst>
            <pc:docMk/>
            <pc:sldMk cId="0" sldId="263"/>
            <ac:spMk id="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58.516" v="167" actId="403"/>
          <ac:spMkLst>
            <pc:docMk/>
            <pc:sldMk cId="0" sldId="263"/>
            <ac:spMk id="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5:04.532" v="170" actId="403"/>
          <ac:spMkLst>
            <pc:docMk/>
            <pc:sldMk cId="0" sldId="263"/>
            <ac:spMk id="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5:15.740" v="174" actId="403"/>
          <ac:spMkLst>
            <pc:docMk/>
            <pc:sldMk cId="0" sldId="263"/>
            <ac:spMk id="1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5:10.630" v="173" actId="403"/>
          <ac:spMkLst>
            <pc:docMk/>
            <pc:sldMk cId="0" sldId="263"/>
            <ac:spMk id="1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5:19.318" v="175" actId="403"/>
          <ac:spMkLst>
            <pc:docMk/>
            <pc:sldMk cId="0" sldId="263"/>
            <ac:spMk id="1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5:26.068" v="178" actId="403"/>
          <ac:spMkLst>
            <pc:docMk/>
            <pc:sldMk cId="0" sldId="263"/>
            <ac:spMk id="1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5:29.553" v="179" actId="403"/>
          <ac:spMkLst>
            <pc:docMk/>
            <pc:sldMk cId="0" sldId="263"/>
            <ac:spMk id="2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5:35.178" v="182" actId="403"/>
          <ac:spMkLst>
            <pc:docMk/>
            <pc:sldMk cId="0" sldId="263"/>
            <ac:spMk id="2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5:39.069" v="183" actId="403"/>
          <ac:spMkLst>
            <pc:docMk/>
            <pc:sldMk cId="0" sldId="263"/>
            <ac:spMk id="2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5:43.819" v="186" actId="403"/>
          <ac:spMkLst>
            <pc:docMk/>
            <pc:sldMk cId="0" sldId="263"/>
            <ac:spMk id="2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5:54.038" v="190" actId="403"/>
          <ac:spMkLst>
            <pc:docMk/>
            <pc:sldMk cId="0" sldId="263"/>
            <ac:spMk id="3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5:50.319" v="189" actId="403"/>
          <ac:spMkLst>
            <pc:docMk/>
            <pc:sldMk cId="0" sldId="263"/>
            <ac:spMk id="3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53.109" v="166" actId="2711"/>
          <ac:spMkLst>
            <pc:docMk/>
            <pc:sldMk cId="0" sldId="263"/>
            <ac:spMk id="34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4:53.109" v="166" actId="2711"/>
          <ac:spMkLst>
            <pc:docMk/>
            <pc:sldMk cId="0" sldId="263"/>
            <ac:spMk id="35" creationId="{00000000-0000-0000-0000-000000000000}"/>
          </ac:spMkLst>
        </pc:spChg>
      </pc:sldChg>
      <pc:sldChg chg="modSp mod setBg">
        <pc:chgData name="usman ghazanfar" userId="83c381c78a0f3412" providerId="LiveId" clId="{4494041A-DB37-4953-B1C8-84497990C6EF}" dt="2026-07-19T11:46:32.908" v="195" actId="403"/>
        <pc:sldMkLst>
          <pc:docMk/>
          <pc:sldMk cId="0" sldId="264"/>
        </pc:sldMkLst>
        <pc:spChg chg="mod">
          <ac:chgData name="usman ghazanfar" userId="83c381c78a0f3412" providerId="LiveId" clId="{4494041A-DB37-4953-B1C8-84497990C6EF}" dt="2026-07-19T11:46:08.137" v="191" actId="2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08.137" v="191" actId="2711"/>
          <ac:spMkLst>
            <pc:docMk/>
            <pc:sldMk cId="0" sldId="264"/>
            <ac:spMk id="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08.137" v="191" actId="2711"/>
          <ac:spMkLst>
            <pc:docMk/>
            <pc:sldMk cId="0" sldId="264"/>
            <ac:spMk id="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08.137" v="191" actId="2711"/>
          <ac:spMkLst>
            <pc:docMk/>
            <pc:sldMk cId="0" sldId="264"/>
            <ac:spMk id="9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08.137" v="191" actId="2711"/>
          <ac:spMkLst>
            <pc:docMk/>
            <pc:sldMk cId="0" sldId="264"/>
            <ac:spMk id="10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08.137" v="191" actId="2711"/>
          <ac:spMkLst>
            <pc:docMk/>
            <pc:sldMk cId="0" sldId="264"/>
            <ac:spMk id="1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19.669" v="192" actId="403"/>
          <ac:spMkLst>
            <pc:docMk/>
            <pc:sldMk cId="0" sldId="264"/>
            <ac:spMk id="1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08.137" v="191" actId="2711"/>
          <ac:spMkLst>
            <pc:docMk/>
            <pc:sldMk cId="0" sldId="264"/>
            <ac:spMk id="15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23.846" v="193" actId="403"/>
          <ac:spMkLst>
            <pc:docMk/>
            <pc:sldMk cId="0" sldId="264"/>
            <ac:spMk id="16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08.137" v="191" actId="2711"/>
          <ac:spMkLst>
            <pc:docMk/>
            <pc:sldMk cId="0" sldId="264"/>
            <ac:spMk id="1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28.096" v="194" actId="403"/>
          <ac:spMkLst>
            <pc:docMk/>
            <pc:sldMk cId="0" sldId="264"/>
            <ac:spMk id="19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08.137" v="191" actId="2711"/>
          <ac:spMkLst>
            <pc:docMk/>
            <pc:sldMk cId="0" sldId="264"/>
            <ac:spMk id="21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32.908" v="195" actId="403"/>
          <ac:spMkLst>
            <pc:docMk/>
            <pc:sldMk cId="0" sldId="264"/>
            <ac:spMk id="2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08.137" v="191" actId="2711"/>
          <ac:spMkLst>
            <pc:docMk/>
            <pc:sldMk cId="0" sldId="264"/>
            <ac:spMk id="2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08.137" v="191" actId="2711"/>
          <ac:spMkLst>
            <pc:docMk/>
            <pc:sldMk cId="0" sldId="264"/>
            <ac:spMk id="24" creationId="{00000000-0000-0000-0000-000000000000}"/>
          </ac:spMkLst>
        </pc:spChg>
      </pc:sldChg>
      <pc:sldChg chg="modSp del mod setBg">
        <pc:chgData name="usman ghazanfar" userId="83c381c78a0f3412" providerId="LiveId" clId="{4494041A-DB37-4953-B1C8-84497990C6EF}" dt="2026-07-23T09:41:02.402" v="282" actId="2696"/>
        <pc:sldMkLst>
          <pc:docMk/>
          <pc:sldMk cId="0" sldId="265"/>
        </pc:sldMkLst>
        <pc:spChg chg="mod">
          <ac:chgData name="usman ghazanfar" userId="83c381c78a0f3412" providerId="LiveId" clId="{4494041A-DB37-4953-B1C8-84497990C6EF}" dt="2026-07-19T11:46:47.836" v="196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47.836" v="196" actId="2711"/>
          <ac:spMkLst>
            <pc:docMk/>
            <pc:sldMk cId="0" sldId="265"/>
            <ac:spMk id="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47.836" v="196" actId="2711"/>
          <ac:spMkLst>
            <pc:docMk/>
            <pc:sldMk cId="0" sldId="265"/>
            <ac:spMk id="4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47.836" v="196" actId="2711"/>
          <ac:spMkLst>
            <pc:docMk/>
            <pc:sldMk cId="0" sldId="265"/>
            <ac:spMk id="5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47.836" v="196" actId="2711"/>
          <ac:spMkLst>
            <pc:docMk/>
            <pc:sldMk cId="0" sldId="265"/>
            <ac:spMk id="6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53.122" v="198" actId="403"/>
          <ac:spMkLst>
            <pc:docMk/>
            <pc:sldMk cId="0" sldId="265"/>
            <ac:spMk id="10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7:19.410" v="210" actId="403"/>
          <ac:spMkLst>
            <pc:docMk/>
            <pc:sldMk cId="0" sldId="265"/>
            <ac:spMk id="11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7:51.189" v="229" actId="403"/>
          <ac:spMkLst>
            <pc:docMk/>
            <pc:sldMk cId="0" sldId="265"/>
            <ac:spMk id="1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58.873" v="200" actId="403"/>
          <ac:spMkLst>
            <pc:docMk/>
            <pc:sldMk cId="0" sldId="265"/>
            <ac:spMk id="16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7:25.971" v="214" actId="403"/>
          <ac:spMkLst>
            <pc:docMk/>
            <pc:sldMk cId="0" sldId="265"/>
            <ac:spMk id="1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7:58.283" v="232" actId="403"/>
          <ac:spMkLst>
            <pc:docMk/>
            <pc:sldMk cId="0" sldId="265"/>
            <ac:spMk id="1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7:03.561" v="202" actId="403"/>
          <ac:spMkLst>
            <pc:docMk/>
            <pc:sldMk cId="0" sldId="265"/>
            <ac:spMk id="2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7:31.961" v="218" actId="403"/>
          <ac:spMkLst>
            <pc:docMk/>
            <pc:sldMk cId="0" sldId="265"/>
            <ac:spMk id="2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8:05.112" v="235" actId="403"/>
          <ac:spMkLst>
            <pc:docMk/>
            <pc:sldMk cId="0" sldId="265"/>
            <ac:spMk id="24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7:08.066" v="204" actId="403"/>
          <ac:spMkLst>
            <pc:docMk/>
            <pc:sldMk cId="0" sldId="265"/>
            <ac:spMk id="2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7:35.898" v="222" actId="403"/>
          <ac:spMkLst>
            <pc:docMk/>
            <pc:sldMk cId="0" sldId="265"/>
            <ac:spMk id="29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8:10.471" v="238" actId="403"/>
          <ac:spMkLst>
            <pc:docMk/>
            <pc:sldMk cId="0" sldId="265"/>
            <ac:spMk id="30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7:13.050" v="206" actId="403"/>
          <ac:spMkLst>
            <pc:docMk/>
            <pc:sldMk cId="0" sldId="265"/>
            <ac:spMk id="34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7:42.559" v="226" actId="403"/>
          <ac:spMkLst>
            <pc:docMk/>
            <pc:sldMk cId="0" sldId="265"/>
            <ac:spMk id="35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8:15.804" v="241" actId="403"/>
          <ac:spMkLst>
            <pc:docMk/>
            <pc:sldMk cId="0" sldId="265"/>
            <ac:spMk id="36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47.836" v="196" actId="2711"/>
          <ac:spMkLst>
            <pc:docMk/>
            <pc:sldMk cId="0" sldId="265"/>
            <ac:spMk id="3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6:47.836" v="196" actId="2711"/>
          <ac:spMkLst>
            <pc:docMk/>
            <pc:sldMk cId="0" sldId="265"/>
            <ac:spMk id="38" creationId="{00000000-0000-0000-0000-000000000000}"/>
          </ac:spMkLst>
        </pc:spChg>
      </pc:sldChg>
      <pc:sldChg chg="modSp mod setBg">
        <pc:chgData name="usman ghazanfar" userId="83c381c78a0f3412" providerId="LiveId" clId="{4494041A-DB37-4953-B1C8-84497990C6EF}" dt="2026-07-19T11:49:21.319" v="271" actId="404"/>
        <pc:sldMkLst>
          <pc:docMk/>
          <pc:sldMk cId="0" sldId="266"/>
        </pc:sldMkLst>
        <pc:spChg chg="mod">
          <ac:chgData name="usman ghazanfar" userId="83c381c78a0f3412" providerId="LiveId" clId="{4494041A-DB37-4953-B1C8-84497990C6EF}" dt="2026-07-19T11:48:24.351" v="242" actId="2711"/>
          <ac:spMkLst>
            <pc:docMk/>
            <pc:sldMk cId="0" sldId="266"/>
            <ac:spMk id="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8:24.351" v="242" actId="2711"/>
          <ac:spMkLst>
            <pc:docMk/>
            <pc:sldMk cId="0" sldId="266"/>
            <ac:spMk id="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8:29.617" v="243" actId="403"/>
          <ac:spMkLst>
            <pc:docMk/>
            <pc:sldMk cId="0" sldId="266"/>
            <ac:spMk id="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8:53.806" v="254" actId="404"/>
          <ac:spMkLst>
            <pc:docMk/>
            <pc:sldMk cId="0" sldId="266"/>
            <ac:spMk id="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8:32.586" v="244" actId="403"/>
          <ac:spMkLst>
            <pc:docMk/>
            <pc:sldMk cId="0" sldId="266"/>
            <ac:spMk id="1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8:58.681" v="258" actId="403"/>
          <ac:spMkLst>
            <pc:docMk/>
            <pc:sldMk cId="0" sldId="266"/>
            <ac:spMk id="1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8:35.852" v="245" actId="403"/>
          <ac:spMkLst>
            <pc:docMk/>
            <pc:sldMk cId="0" sldId="266"/>
            <ac:spMk id="1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9:03.853" v="262" actId="403"/>
          <ac:spMkLst>
            <pc:docMk/>
            <pc:sldMk cId="0" sldId="266"/>
            <ac:spMk id="1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8:39.165" v="246" actId="403"/>
          <ac:spMkLst>
            <pc:docMk/>
            <pc:sldMk cId="0" sldId="266"/>
            <ac:spMk id="2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9:08.588" v="266" actId="403"/>
          <ac:spMkLst>
            <pc:docMk/>
            <pc:sldMk cId="0" sldId="266"/>
            <ac:spMk id="2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9:21.319" v="271" actId="404"/>
          <ac:spMkLst>
            <pc:docMk/>
            <pc:sldMk cId="0" sldId="266"/>
            <ac:spMk id="2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9:15.469" v="270" actId="403"/>
          <ac:spMkLst>
            <pc:docMk/>
            <pc:sldMk cId="0" sldId="266"/>
            <ac:spMk id="28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8:24.351" v="242" actId="2711"/>
          <ac:spMkLst>
            <pc:docMk/>
            <pc:sldMk cId="0" sldId="266"/>
            <ac:spMk id="29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8:24.351" v="242" actId="2711"/>
          <ac:spMkLst>
            <pc:docMk/>
            <pc:sldMk cId="0" sldId="266"/>
            <ac:spMk id="30" creationId="{00000000-0000-0000-0000-000000000000}"/>
          </ac:spMkLst>
        </pc:spChg>
      </pc:sldChg>
      <pc:sldChg chg="modSp del mod">
        <pc:chgData name="usman ghazanfar" userId="83c381c78a0f3412" providerId="LiveId" clId="{4494041A-DB37-4953-B1C8-84497990C6EF}" dt="2026-07-30T04:17:45.074" v="294" actId="2696"/>
        <pc:sldMkLst>
          <pc:docMk/>
          <pc:sldMk cId="0" sldId="267"/>
        </pc:sldMkLst>
        <pc:spChg chg="mod">
          <ac:chgData name="usman ghazanfar" userId="83c381c78a0f3412" providerId="LiveId" clId="{4494041A-DB37-4953-B1C8-84497990C6EF}" dt="2026-07-19T11:49:37.996" v="272" actId="2711"/>
          <ac:spMkLst>
            <pc:docMk/>
            <pc:sldMk cId="0" sldId="267"/>
            <ac:spMk id="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9:37.996" v="272" actId="2711"/>
          <ac:spMkLst>
            <pc:docMk/>
            <pc:sldMk cId="0" sldId="267"/>
            <ac:spMk id="4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9:59.908" v="278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9:47.746" v="274" actId="403"/>
          <ac:spMkLst>
            <pc:docMk/>
            <pc:sldMk cId="0" sldId="267"/>
            <ac:spMk id="10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50:03.422" v="280" actId="20577"/>
          <ac:spMkLst>
            <pc:docMk/>
            <pc:sldMk cId="0" sldId="267"/>
            <ac:spMk id="1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9:54.689" v="276" actId="403"/>
          <ac:spMkLst>
            <pc:docMk/>
            <pc:sldMk cId="0" sldId="267"/>
            <ac:spMk id="16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9:37.996" v="272" actId="2711"/>
          <ac:spMkLst>
            <pc:docMk/>
            <pc:sldMk cId="0" sldId="267"/>
            <ac:spMk id="1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1:49:37.996" v="272" actId="2711"/>
          <ac:spMkLst>
            <pc:docMk/>
            <pc:sldMk cId="0" sldId="267"/>
            <ac:spMk id="18" creationId="{00000000-0000-0000-0000-000000000000}"/>
          </ac:spMkLst>
        </pc:spChg>
      </pc:sldChg>
      <pc:sldChg chg="addSp delSp modSp mod">
        <pc:chgData name="usman ghazanfar" userId="83c381c78a0f3412" providerId="LiveId" clId="{4494041A-DB37-4953-B1C8-84497990C6EF}" dt="2026-07-19T10:12:53.287" v="83" actId="1076"/>
        <pc:sldMkLst>
          <pc:docMk/>
          <pc:sldMk cId="0" sldId="268"/>
        </pc:sldMkLst>
        <pc:spChg chg="mod">
          <ac:chgData name="usman ghazanfar" userId="83c381c78a0f3412" providerId="LiveId" clId="{4494041A-DB37-4953-B1C8-84497990C6EF}" dt="2026-07-19T10:11:44.490" v="68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1:27.241" v="63" actId="1076"/>
          <ac:spMkLst>
            <pc:docMk/>
            <pc:sldMk cId="0" sldId="268"/>
            <ac:spMk id="3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09:58.133" v="47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2:47.988" v="82" actId="20577"/>
          <ac:spMkLst>
            <pc:docMk/>
            <pc:sldMk cId="0" sldId="268"/>
            <ac:spMk id="6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2:53.287" v="83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usman ghazanfar" userId="83c381c78a0f3412" providerId="LiveId" clId="{4494041A-DB37-4953-B1C8-84497990C6EF}" dt="2026-07-19T10:10:43.543" v="56" actId="20577"/>
          <ac:spMkLst>
            <pc:docMk/>
            <pc:sldMk cId="0" sldId="268"/>
            <ac:spMk id="8" creationId="{00000000-0000-0000-0000-000000000000}"/>
          </ac:spMkLst>
        </pc:spChg>
        <pc:picChg chg="mod">
          <ac:chgData name="usman ghazanfar" userId="83c381c78a0f3412" providerId="LiveId" clId="{4494041A-DB37-4953-B1C8-84497990C6EF}" dt="2026-07-19T10:12:05.025" v="71" actId="1076"/>
          <ac:picMkLst>
            <pc:docMk/>
            <pc:sldMk cId="0" sldId="268"/>
            <ac:picMk id="4" creationId="{00000000-0000-0000-0000-000000000000}"/>
          </ac:picMkLst>
        </pc:picChg>
        <pc:picChg chg="add mod">
          <ac:chgData name="usman ghazanfar" userId="83c381c78a0f3412" providerId="LiveId" clId="{4494041A-DB37-4953-B1C8-84497990C6EF}" dt="2026-07-19T10:12:15.594" v="74" actId="1076"/>
          <ac:picMkLst>
            <pc:docMk/>
            <pc:sldMk cId="0" sldId="268"/>
            <ac:picMk id="10" creationId="{A1F84EE7-C186-5E43-1320-2622C61546E4}"/>
          </ac:picMkLst>
        </pc:picChg>
        <pc:picChg chg="add del mod">
          <ac:chgData name="usman ghazanfar" userId="83c381c78a0f3412" providerId="LiveId" clId="{4494041A-DB37-4953-B1C8-84497990C6EF}" dt="2026-07-19T10:06:11.912" v="31" actId="14100"/>
          <ac:picMkLst>
            <pc:docMk/>
            <pc:sldMk cId="0" sldId="268"/>
            <ac:picMk id="1026" creationId="{6642FAFF-54B8-81E9-86BA-8F55E7631552}"/>
          </ac:picMkLst>
        </pc:picChg>
      </pc:sldChg>
      <pc:sldChg chg="addSp modSp new mod">
        <pc:chgData name="usman ghazanfar" userId="83c381c78a0f3412" providerId="LiveId" clId="{4494041A-DB37-4953-B1C8-84497990C6EF}" dt="2026-07-26T15:30:19.913" v="289" actId="14100"/>
        <pc:sldMkLst>
          <pc:docMk/>
          <pc:sldMk cId="3254441109" sldId="269"/>
        </pc:sldMkLst>
        <pc:picChg chg="add mod">
          <ac:chgData name="usman ghazanfar" userId="83c381c78a0f3412" providerId="LiveId" clId="{4494041A-DB37-4953-B1C8-84497990C6EF}" dt="2026-07-26T15:21:58.862" v="286" actId="931"/>
          <ac:picMkLst>
            <pc:docMk/>
            <pc:sldMk cId="3254441109" sldId="269"/>
            <ac:picMk id="3" creationId="{02133A52-7565-8FE3-79D2-6D8270E9D92E}"/>
          </ac:picMkLst>
        </pc:picChg>
        <pc:picChg chg="add mod">
          <ac:chgData name="usman ghazanfar" userId="83c381c78a0f3412" providerId="LiveId" clId="{4494041A-DB37-4953-B1C8-84497990C6EF}" dt="2026-07-26T15:30:19.913" v="289" actId="14100"/>
          <ac:picMkLst>
            <pc:docMk/>
            <pc:sldMk cId="3254441109" sldId="269"/>
            <ac:picMk id="5" creationId="{D3A942D7-8769-8A24-3ADD-16D420DEFC98}"/>
          </ac:picMkLst>
        </pc:picChg>
      </pc:sldChg>
      <pc:sldChg chg="add del">
        <pc:chgData name="usman ghazanfar" userId="83c381c78a0f3412" providerId="LiveId" clId="{4494041A-DB37-4953-B1C8-84497990C6EF}" dt="2026-07-26T15:21:25.444" v="284" actId="2696"/>
        <pc:sldMkLst>
          <pc:docMk/>
          <pc:sldMk cId="3972100176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071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is a console-based application (no GUI) intentionally, since the goal was to practice core C++ fundamentals deeply. Emphasize it targets hospital front-desk and admin staff who currently rely on manual, paper-based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motivation for the whole project. Give one real-world consequence for each: lost paper files, no visibility into which doctor is free, double-booked rooms, and billing mistakes that delay a patient's discharge. This sets up the solution on the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diagram top-down: the Hospital class is the main controller that owns and coordinates five specialized manager classes, each responsible for one domain — patients, doctors, rooms, appointments, and billing. Emphasize that this separation of concerns is what let three people work on the codebase simultaneously without constant merge conflicts.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list the C++ concepts on display: functions for modular logic, arrays and C-strings for storing raw patient/doctor data, pointers and dynamic memory (new/delete) for growable dynamic arrays, 2D and jagged arrays for schedules, double pointers for arrays-of-pointers structures, and structures, classes, and OOP for the overall design. Jagged arrays specifically were used for irregular data like variable-length appointment slots per doctor.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module by module at a brisk pace — one sentence each. Note that the Dashboard aggregates live data from the other five managers, which is why the Hospital class needs a reference to each manager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cue to switch to the live terminal and actually run the compiled program if presenting live — otherwise, walk through this simulated menu output. Narrate the sample workflow: registering a patient, assigning a room, booking an appointment with an available doctor, and finally generating the bill — showing how the modules interact end-to-end.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a natural next-version roadmap. Data persistence is the most immediately valuable (currently everything resets on program exit), followed by a GUI and real database backing for a production-ready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open the floor for questions. Have all three team members ready to field questions on their respective modules — Usman on architecture/integration, Arman on backend data structures, and Hassan on appointments/billing/UI.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A942D7-8769-8A24-3ADD-16D420DEF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441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OVERVIEW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9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Is It, and Why Build It?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console-based C++ application that digitizes core hospital operations patients, doctors, rooms, appointments, and billing  replacing scattered paper registers with one unified, menu-driven system.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6118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862072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mage 0" descr="/home/claude/ppt2/icons/light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008376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611880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This Project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04672" y="4087368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Hands-on mastery of core C++: memory management, OOP, arrays &amp; pointers  applied to a real, relatable domain.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43400" y="2606040"/>
            <a:ext cx="36118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862072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1" descr="/home/claude/ppt2/icons/bullsey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3008376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3611880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Users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599432" y="4087368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Hospital receptionists, administrators, doctors and billing staff who need fast, reliable day-to-day record handling.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38160" y="2606040"/>
            <a:ext cx="36118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4192" y="2862072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mage 2" descr="/home/claude/ppt2/icons/userinjure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3008376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3611880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 Goal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394192" y="4087368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working, menu-driven prototype proving the team can design and integrate a multi-module system from scratch.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Hospital Management System  |  PF • UCP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PROBLEM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9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Hospitals Still Struggle Manually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4206240"/>
          </a:xfrm>
          <a:prstGeom prst="roundRect">
            <a:avLst>
              <a:gd name="adj" fmla="val 3051"/>
            </a:avLst>
          </a:prstGeom>
          <a:solidFill>
            <a:srgbClr val="F4F8F8"/>
          </a:solidFill>
          <a:ln/>
        </p:spPr>
      </p:sp>
      <p:sp>
        <p:nvSpPr>
          <p:cNvPr id="5" name="Shape 3"/>
          <p:cNvSpPr/>
          <p:nvPr/>
        </p:nvSpPr>
        <p:spPr>
          <a:xfrm>
            <a:off x="1577340" y="2011680"/>
            <a:ext cx="640080" cy="640080"/>
          </a:xfrm>
          <a:prstGeom prst="ellipse">
            <a:avLst/>
          </a:prstGeom>
          <a:solidFill>
            <a:srgbClr val="12293D"/>
          </a:solidFill>
          <a:ln/>
        </p:spPr>
      </p:sp>
      <p:pic>
        <p:nvPicPr>
          <p:cNvPr id="6" name="Image 0" descr="/home/claude/ppt2/icons/clipboard_2EC4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644" y="21579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803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Record Keeping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Paper-based patient files are slow to search, easy to lose, and prone to duplication or damage.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429000" y="1737360"/>
            <a:ext cx="2697480" cy="4206240"/>
          </a:xfrm>
          <a:prstGeom prst="roundRect">
            <a:avLst>
              <a:gd name="adj" fmla="val 3051"/>
            </a:avLst>
          </a:prstGeom>
          <a:solidFill>
            <a:srgbClr val="F4F8F8"/>
          </a:solidFill>
          <a:ln/>
        </p:spPr>
      </p:sp>
      <p:sp>
        <p:nvSpPr>
          <p:cNvPr id="10" name="Shape 7"/>
          <p:cNvSpPr/>
          <p:nvPr/>
        </p:nvSpPr>
        <p:spPr>
          <a:xfrm>
            <a:off x="4457700" y="2011680"/>
            <a:ext cx="640080" cy="640080"/>
          </a:xfrm>
          <a:prstGeom prst="ellipse">
            <a:avLst/>
          </a:prstGeom>
          <a:solidFill>
            <a:srgbClr val="12293D"/>
          </a:solidFill>
          <a:ln/>
        </p:spPr>
      </p:sp>
      <p:pic>
        <p:nvPicPr>
          <p:cNvPr id="11" name="Image 1" descr="/home/claude/ppt2/icons/stethoscope_2EC4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004" y="21579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8803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Doctor Management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657600" y="361188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centralized view of doctor availability, specialization, or workload across departments.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309360" y="1737360"/>
            <a:ext cx="2697480" cy="4206240"/>
          </a:xfrm>
          <a:prstGeom prst="roundRect">
            <a:avLst>
              <a:gd name="adj" fmla="val 3051"/>
            </a:avLst>
          </a:prstGeom>
          <a:solidFill>
            <a:srgbClr val="F4F8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338060" y="2011680"/>
            <a:ext cx="640080" cy="640080"/>
          </a:xfrm>
          <a:prstGeom prst="ellipse">
            <a:avLst/>
          </a:prstGeom>
          <a:solidFill>
            <a:srgbClr val="12293D"/>
          </a:solidFill>
          <a:ln/>
        </p:spPr>
      </p:sp>
      <p:pic>
        <p:nvPicPr>
          <p:cNvPr id="16" name="Image 2" descr="/home/claude/ppt2/icons/bed_2EC4B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364" y="215798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8803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Room Management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537960" y="361188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tracking of room/bed occupancy leads to double-booking and delayed patient admission.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9189720" y="1737360"/>
            <a:ext cx="2697480" cy="4206240"/>
          </a:xfrm>
          <a:prstGeom prst="roundRect">
            <a:avLst>
              <a:gd name="adj" fmla="val 3051"/>
            </a:avLst>
          </a:prstGeom>
          <a:solidFill>
            <a:srgbClr val="F4F8F8"/>
          </a:solidFill>
          <a:ln/>
        </p:spPr>
      </p:sp>
      <p:sp>
        <p:nvSpPr>
          <p:cNvPr id="20" name="Shape 15"/>
          <p:cNvSpPr/>
          <p:nvPr/>
        </p:nvSpPr>
        <p:spPr>
          <a:xfrm>
            <a:off x="10218420" y="2011680"/>
            <a:ext cx="640080" cy="640080"/>
          </a:xfrm>
          <a:prstGeom prst="ellipse">
            <a:avLst/>
          </a:prstGeom>
          <a:solidFill>
            <a:srgbClr val="12293D"/>
          </a:solidFill>
          <a:ln/>
        </p:spPr>
      </p:sp>
      <p:pic>
        <p:nvPicPr>
          <p:cNvPr id="21" name="Image 3" descr="/home/claude/ppt2/icons/creditcard_2EC4B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4724" y="215798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28803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Billing Errors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418320" y="361188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Hand-calculated bills are time-consuming and prone to human error, delaying discharge and payment.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Hospital Management System  |  PF • UCP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 Modular, Manager-Based Design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74236" y="178308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4174236" y="1783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Hospital (Main Controller)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796796" y="2560320"/>
            <a:ext cx="0" cy="685800"/>
          </a:xfrm>
          <a:prstGeom prst="line">
            <a:avLst/>
          </a:prstGeom>
          <a:noFill/>
          <a:ln w="19050">
            <a:solidFill>
              <a:srgbClr val="3D5A7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13816" y="32461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A3A54"/>
          </a:solidFill>
          <a:ln/>
        </p:spPr>
      </p:sp>
      <p:sp>
        <p:nvSpPr>
          <p:cNvPr id="8" name="Shape 6"/>
          <p:cNvSpPr/>
          <p:nvPr/>
        </p:nvSpPr>
        <p:spPr>
          <a:xfrm>
            <a:off x="1522476" y="342900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9" name="Image 0" descr="/home/claude/ppt2/icons/userinjure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92" y="3557016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41148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PatientManager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945636" y="2560320"/>
            <a:ext cx="0" cy="685800"/>
          </a:xfrm>
          <a:prstGeom prst="line">
            <a:avLst/>
          </a:prstGeom>
          <a:noFill/>
          <a:ln w="19050">
            <a:solidFill>
              <a:srgbClr val="3D5A70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2962656" y="32461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A3A54"/>
          </a:solidFill>
          <a:ln/>
        </p:spPr>
      </p:sp>
      <p:sp>
        <p:nvSpPr>
          <p:cNvPr id="13" name="Shape 10"/>
          <p:cNvSpPr/>
          <p:nvPr/>
        </p:nvSpPr>
        <p:spPr>
          <a:xfrm>
            <a:off x="3671316" y="342900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4" name="Image 1" descr="/home/claude/ppt2/icons/userm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332" y="355701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08376" y="41148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DoctorManager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094476" y="2560320"/>
            <a:ext cx="0" cy="685800"/>
          </a:xfrm>
          <a:prstGeom prst="line">
            <a:avLst/>
          </a:prstGeom>
          <a:noFill/>
          <a:ln w="19050">
            <a:solidFill>
              <a:srgbClr val="3D5A70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5111496" y="32461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A3A54"/>
          </a:solidFill>
          <a:ln/>
        </p:spPr>
      </p:sp>
      <p:sp>
        <p:nvSpPr>
          <p:cNvPr id="18" name="Shape 14"/>
          <p:cNvSpPr/>
          <p:nvPr/>
        </p:nvSpPr>
        <p:spPr>
          <a:xfrm>
            <a:off x="5820156" y="342900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9" name="Image 2" descr="/home/claude/ppt2/icons/be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172" y="3557016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57216" y="41148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RoomManager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8243316" y="2560320"/>
            <a:ext cx="0" cy="685800"/>
          </a:xfrm>
          <a:prstGeom prst="line">
            <a:avLst/>
          </a:prstGeom>
          <a:noFill/>
          <a:ln w="19050">
            <a:solidFill>
              <a:srgbClr val="3D5A70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7260336" y="32461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A3A54"/>
          </a:solidFill>
          <a:ln/>
        </p:spPr>
      </p:sp>
      <p:sp>
        <p:nvSpPr>
          <p:cNvPr id="23" name="Shape 18"/>
          <p:cNvSpPr/>
          <p:nvPr/>
        </p:nvSpPr>
        <p:spPr>
          <a:xfrm>
            <a:off x="7968996" y="342900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4" name="Image 3" descr="/home/claude/ppt2/icons/calendar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012" y="355701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06056" y="41148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AppointmentManager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10392156" y="2560320"/>
            <a:ext cx="0" cy="685800"/>
          </a:xfrm>
          <a:prstGeom prst="line">
            <a:avLst/>
          </a:prstGeom>
          <a:noFill/>
          <a:ln w="19050">
            <a:solidFill>
              <a:srgbClr val="3D5A70"/>
            </a:solidFill>
            <a:prstDash val="dash"/>
          </a:ln>
        </p:spPr>
      </p:sp>
      <p:sp>
        <p:nvSpPr>
          <p:cNvPr id="27" name="Shape 21"/>
          <p:cNvSpPr/>
          <p:nvPr/>
        </p:nvSpPr>
        <p:spPr>
          <a:xfrm>
            <a:off x="9409176" y="32461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A3A54"/>
          </a:solidFill>
          <a:ln/>
        </p:spPr>
      </p:sp>
      <p:sp>
        <p:nvSpPr>
          <p:cNvPr id="28" name="Shape 22"/>
          <p:cNvSpPr/>
          <p:nvPr/>
        </p:nvSpPr>
        <p:spPr>
          <a:xfrm>
            <a:off x="10117836" y="342900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9" name="Image 4" descr="/home/claude/ppt2/icons/moneybill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5852" y="3557016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454896" y="41148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BillingManager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EC4B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principle: </a:t>
            </a:r>
            <a:r>
              <a:rPr lang="en-US" sz="1400" dirty="0">
                <a:solidFill>
                  <a:srgbClr val="D6E4E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manager class owns a single responsibility and its own data; the Hospital class composes them and routes menu actions  a clean separation of concerns that made parallel development across the team possible.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Hospital Management System  |  PF • UCP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 THE HOOD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9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C++ Concepts Implemented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1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4772" y="1856232"/>
            <a:ext cx="585216" cy="585216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ppt2/icons/cog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32" y="19933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511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Functions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401568" y="1691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1B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11980" y="1856232"/>
            <a:ext cx="585216" cy="585216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0" name="Image 1" descr="/home/claude/ppt2/icons/thlarg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40" y="199339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93008" y="25511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Arrays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08776" y="1691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1B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219188" y="1856232"/>
            <a:ext cx="585216" cy="585216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4" name="Image 2" descr="/home/claude/ppt2/icons/fon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348" y="199339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0216" y="25511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C-Strings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9015984" y="1691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1B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026396" y="1856232"/>
            <a:ext cx="585216" cy="585216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3" descr="/home/claude/ppt2/icons/mapmark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3556" y="199339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07424" y="25511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Pointers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594360" y="32918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1B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604772" y="3456432"/>
            <a:ext cx="585216" cy="585216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2" name="Image 4" descr="/home/claude/ppt2/icons/brain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1932" y="3593592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" y="41513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Dynamic Memory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3401568" y="32918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1B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411980" y="3456432"/>
            <a:ext cx="585216" cy="585216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6" name="Image 5" descr="/home/claude/ppt2/icons/borderall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9140" y="3593592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93008" y="41513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2D Arrays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6208776" y="32918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1B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219188" y="3456432"/>
            <a:ext cx="585216" cy="585216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0" name="Image 6" descr="/home/claude/ppt2/icons/bullseye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6348" y="3593592"/>
            <a:ext cx="310896" cy="31089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00216" y="41513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Double Pointers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3"/>
          <p:cNvSpPr/>
          <p:nvPr/>
        </p:nvSpPr>
        <p:spPr>
          <a:xfrm>
            <a:off x="9015984" y="32918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1B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10026396" y="3456432"/>
            <a:ext cx="585216" cy="585216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4" name="Image 7" descr="/home/claude/ppt2/icons/ruler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3556" y="3593592"/>
            <a:ext cx="310896" cy="31089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107424" y="41513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Jagged Arrays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594360" y="48920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1B">
                <a:alpha val="10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1604772" y="5056632"/>
            <a:ext cx="585216" cy="585216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8" name="Image 8" descr="/home/claude/ppt2/icons/cubes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41932" y="5193792"/>
            <a:ext cx="310896" cy="31089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85800" y="57515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29"/>
          <p:cNvSpPr/>
          <p:nvPr/>
        </p:nvSpPr>
        <p:spPr>
          <a:xfrm>
            <a:off x="3401568" y="48920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1B">
                <a:alpha val="10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4411980" y="5056632"/>
            <a:ext cx="585216" cy="585216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2" name="Image 9" descr="/home/claude/ppt2/icons/boxopen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49140" y="5193792"/>
            <a:ext cx="310896" cy="31089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493008" y="57515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32"/>
          <p:cNvSpPr/>
          <p:nvPr/>
        </p:nvSpPr>
        <p:spPr>
          <a:xfrm>
            <a:off x="6208776" y="48920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1B">
                <a:alpha val="10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7219188" y="5056632"/>
            <a:ext cx="585216" cy="585216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6" name="Image 10" descr="/home/claude/ppt2/icons/dna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56348" y="5193792"/>
            <a:ext cx="310896" cy="310896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6300216" y="57515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OOP Principles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Hospital Management System  |  PF • UCP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DETAILS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Six Modules, One Integrated System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1A3A5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/home/claude/ppt2/icons/chartbar_1229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249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7240" y="30906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C6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Central menu hub showing live counts of patients, doctors, rooms, and pending bills.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1A3A54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0574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/home/claude/ppt2/icons/userinjured_1229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1945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7249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Patient Management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72000" y="30906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C6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Add, search, update, and discharge patient records with input-validated fields.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1A3A54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20574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2" descr="/home/claude/ppt2/icons/usermd_1229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1945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7249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Doctor Management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366760" y="30906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C6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Maintain doctor profiles, specializations, and daily availability.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1A3A54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1" name="Image 3" descr="/home/claude/ppt2/icons/bed_1229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519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7823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Room Management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77240" y="51480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C6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 room types, occupancy status, and assign/release beds in real time.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343400" y="38862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1A3A54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1148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6" name="Image 4" descr="/home/claude/ppt2/icons/calendarcheck_1229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425196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7823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Appointment Management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4572000" y="51480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C6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Book, reschedule, and cancel appointments while checking doctor availability.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8138160" y="38862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1A3A54"/>
          </a:solidFill>
          <a:ln/>
        </p:spPr>
      </p:sp>
      <p:sp>
        <p:nvSpPr>
          <p:cNvPr id="30" name="Shape 23"/>
          <p:cNvSpPr/>
          <p:nvPr/>
        </p:nvSpPr>
        <p:spPr>
          <a:xfrm>
            <a:off x="8366760" y="41148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1" name="Image 5" descr="/home/claude/ppt2/icons/moneybill_12293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25196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7823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Billing System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8366760" y="51480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C6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Auto-calculates charges from room, consultation, and treatment costs.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Hospital Management System  |  PF • UCP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DEMONSTRATION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9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Main Menu &amp; a Sample Workflow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12293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92024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92024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B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main_menu.cpp — output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4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==========================================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4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HOSPITAL MANAGEMENT SYSTEM - DASHBOARD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4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==========================================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4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1. Patient Management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4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2. Doctor Management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4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3. Room Management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4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4. Appointment Management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4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5. Billing System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4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6. View Dashboard Summary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4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7. Exit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4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------------------------------------------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4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Enter your choice: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35040" y="16916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Sample Workflow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224028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75120" y="226771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Register a new patient with validated name, age &amp; contact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35040" y="320040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75120" y="322783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Assign an available room based on live occupancy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35040" y="416052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75120" y="418795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Book an appointment with an available doctor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35040" y="512064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75120" y="514807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Generate the final bill automatically from all charges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Hospital Management System  |  PF • UCP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WHAT'S NEXT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9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Future Enhancements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03120" cy="3383280"/>
          </a:xfrm>
          <a:prstGeom prst="roundRect">
            <a:avLst>
              <a:gd name="adj" fmla="val 3913"/>
            </a:avLst>
          </a:prstGeom>
          <a:solidFill>
            <a:srgbClr val="F4F8F8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219456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/home/claude/ppt2/icons/save_1229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234086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71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Persistence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13232" y="3703320"/>
            <a:ext cx="17739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Save/load records to files or a database so data survives restarts.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834640" y="1920240"/>
            <a:ext cx="2103120" cy="3383280"/>
          </a:xfrm>
          <a:prstGeom prst="roundRect">
            <a:avLst>
              <a:gd name="adj" fmla="val 3913"/>
            </a:avLst>
          </a:prstGeom>
          <a:solidFill>
            <a:srgbClr val="F4F8F8"/>
          </a:solidFill>
          <a:ln/>
        </p:spPr>
      </p:sp>
      <p:sp>
        <p:nvSpPr>
          <p:cNvPr id="10" name="Shape 7"/>
          <p:cNvSpPr/>
          <p:nvPr/>
        </p:nvSpPr>
        <p:spPr>
          <a:xfrm>
            <a:off x="3611880" y="219456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/home/claude/ppt2/icons/desktop_1229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234086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2971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Graphical User Interface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999232" y="3703320"/>
            <a:ext cx="17739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Replace the console menu with a modern GUI (Qt / desktop or web front-end).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120640" y="1920240"/>
            <a:ext cx="2103120" cy="3383280"/>
          </a:xfrm>
          <a:prstGeom prst="roundRect">
            <a:avLst>
              <a:gd name="adj" fmla="val 3913"/>
            </a:avLst>
          </a:prstGeom>
          <a:solidFill>
            <a:srgbClr val="F4F8F8"/>
          </a:solidFill>
          <a:ln/>
        </p:spPr>
      </p:sp>
      <p:sp>
        <p:nvSpPr>
          <p:cNvPr id="15" name="Shape 11"/>
          <p:cNvSpPr/>
          <p:nvPr/>
        </p:nvSpPr>
        <p:spPr>
          <a:xfrm>
            <a:off x="5897880" y="219456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2" descr="/home/claude/ppt2/icons/database_1229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896" y="234086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2971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 Integration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5285232" y="3703320"/>
            <a:ext cx="17739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Move from in-memory arrays to SQL/NoSQL storage for scalability.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406640" y="1920240"/>
            <a:ext cx="2103120" cy="3383280"/>
          </a:xfrm>
          <a:prstGeom prst="roundRect">
            <a:avLst>
              <a:gd name="adj" fmla="val 3913"/>
            </a:avLst>
          </a:prstGeom>
          <a:solidFill>
            <a:srgbClr val="F4F8F8"/>
          </a:solidFill>
          <a:ln/>
        </p:spPr>
      </p:sp>
      <p:sp>
        <p:nvSpPr>
          <p:cNvPr id="20" name="Shape 15"/>
          <p:cNvSpPr/>
          <p:nvPr/>
        </p:nvSpPr>
        <p:spPr>
          <a:xfrm>
            <a:off x="8183880" y="219456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1" name="Image 3" descr="/home/claude/ppt2/icons/rocket_1229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234086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2971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Advanced Features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571232" y="3703320"/>
            <a:ext cx="17739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Analytics dashboards, notifications, and reporting tools.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9692640" y="1920240"/>
            <a:ext cx="2103120" cy="3383280"/>
          </a:xfrm>
          <a:prstGeom prst="roundRect">
            <a:avLst>
              <a:gd name="adj" fmla="val 3913"/>
            </a:avLst>
          </a:prstGeom>
          <a:solidFill>
            <a:srgbClr val="F4F8F8"/>
          </a:solidFill>
          <a:ln/>
        </p:spPr>
      </p:sp>
      <p:sp>
        <p:nvSpPr>
          <p:cNvPr id="25" name="Shape 19"/>
          <p:cNvSpPr/>
          <p:nvPr/>
        </p:nvSpPr>
        <p:spPr>
          <a:xfrm>
            <a:off x="10469880" y="219456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6" name="Image 4" descr="/home/claude/ppt2/icons/lock_1229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7896" y="2340864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9800" y="2971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29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Security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9857232" y="3703320"/>
            <a:ext cx="17739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Role-based login, encrypted records, and audit trails for sensitive data.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Hospital Management System  |  PF • UCP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8924" y="4389967"/>
            <a:ext cx="3057990" cy="3242733"/>
          </a:xfrm>
          <a:prstGeom prst="ellipse">
            <a:avLst/>
          </a:prstGeom>
          <a:solidFill>
            <a:srgbClr val="16344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8961120" y="-1645920"/>
            <a:ext cx="3657600" cy="3657600"/>
          </a:xfrm>
          <a:prstGeom prst="ellipse">
            <a:avLst/>
          </a:prstGeom>
          <a:solidFill>
            <a:srgbClr val="0E7C7B">
              <a:alpha val="2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0" descr="/home/claude/ppt2/icons/hospital_2EC4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168" y="594360"/>
            <a:ext cx="812631" cy="8126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146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-203200" y="5596044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 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-203200" y="6121189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Ghazanfar   •   Arman Butt   •   Muhammad Hassan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F84EE7-C186-5E43-1320-2622C6154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538" y="1623060"/>
            <a:ext cx="3935476" cy="38718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1035</Words>
  <Application>Microsoft Office PowerPoint</Application>
  <PresentationFormat>Widescreen</PresentationFormat>
  <Paragraphs>123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usman ghazanfar</cp:lastModifiedBy>
  <cp:revision>1</cp:revision>
  <dcterms:created xsi:type="dcterms:W3CDTF">2026-07-19T06:53:07Z</dcterms:created>
  <dcterms:modified xsi:type="dcterms:W3CDTF">2026-07-30T04:19:41Z</dcterms:modified>
</cp:coreProperties>
</file>